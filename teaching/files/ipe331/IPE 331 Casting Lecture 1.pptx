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797A-E5F7-449B-BA53-7604F78FE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4B683-73C3-47A0-842B-E76AEBEEE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FDC71-9427-4D34-B428-6FA3C061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CA53A-22A9-4F16-881E-5F8E03F9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296E-13AB-4170-94D0-B9986FD3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B002-F4E5-41ED-B48B-CF12C650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F6148-E903-47A4-AF96-C922F6D82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6F4D8-6DA7-4E7C-B3FC-1092DA2A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6863-7602-4C7B-9870-B76E0051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C55B-7E30-4A70-A505-99D07884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3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5AF3-8CCB-477F-A91C-F96FE6CC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2E8CC-75C9-4CF5-B842-D6F2E2AC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56E0D-E448-4902-BA84-39D24A6E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5642-59FE-4EB8-88C0-CEC65FFB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ADD43-82E2-42E1-B35A-A8858157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3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7390-5415-4E4D-BD82-884DEE52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DF36D-318F-45BF-AC1C-2BCBC90D1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9CFC2-C1C1-4CC9-BB4A-C6B11F9EB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7065E-0F3A-4783-A572-2A32EC66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1962B-BC70-4F19-993F-28D1E5C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615D7-76AF-4233-8155-85CDFBFD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5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8FE3-1A7F-4FAC-8661-D44C8515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38A78-C90F-4AB2-8544-A63AB3D7A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4C7A8-FAF9-4A44-A8E5-FF7EFEBFC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E3C74-0B20-414B-85BC-B4C5AAFCB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FAF53-18E1-4F09-95A3-0C2DB2120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188F6-75DE-4F6D-A831-ABB79BD4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59D77-4942-4F6A-B23E-DB8F1B92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8B126-5083-420C-8EAD-482916C8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3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27F0-CA5E-4976-BB10-2421A8AD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0C5A1-B589-4A7B-9BE1-E343328D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4D6C-7999-4E5F-AECC-999AA18C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09727-D6E0-4A81-92DB-D4CCEEE9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2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7D7CE-152E-49F2-A45C-BF3718CC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21C2C-19D6-4E9C-97FB-55711988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64A22-07A3-441C-A622-2A89721D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EB42-46F5-4FA6-804B-8EAEB7DB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FE824-323A-4631-BE72-8D4B123D7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5DD46-CC62-4169-A56B-96AE0400C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1FF72-B07B-415E-A2D8-025102A1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DA2FC-AA8B-46E5-802F-40AD3D34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DDA01-2B27-4A0B-B222-773FB7DC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0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58B9-B605-40D6-B10A-8ECE9563A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59E26-8F68-4B1C-BC52-05A833275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0332F-DE8B-472E-AE1C-632E4CA07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93E6-7980-4DDD-A56F-DE61CEE3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C16B4-2788-4736-B998-116D6DEE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94394-9C48-47F3-A03B-D3BDBA4B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0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8B5A-4817-48D3-AFE7-2AD0554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8C333-6BEE-4EDF-9555-881C2B11A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C96A0-5552-4E5A-B333-24594E9F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73FA-4C34-45F3-8B65-641F99EA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EEC6F-506C-4605-B7FF-FCEEF97D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0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68FCF-07FF-4183-A0DA-7302F88B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0D379-8297-465C-9D05-99A72844E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9D9A6-48BF-489E-ACE3-99024916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B3064-94B8-4577-9C54-8135F1DC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36EB9-F338-450D-A53F-D3827877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2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1237A-28B9-4FEE-AFE1-49496ABAE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D2F77-6B63-4A8F-A670-872657748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FF642-9F7D-485D-8CC4-76AD546AE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9F8D4-D109-4C5D-ABD9-8CF1D071FBE5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372FC-7D97-4CD8-9371-4369299EC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BAC0E-D193-4001-8E7C-388FF613A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5CAE-6A50-4C1B-835F-DCB0CCA5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4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688E2-DF8E-446E-9AD6-BA3FCA1B8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03840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9EA7A-C798-4BE6-A695-978534EF2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9503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348E3-5891-447C-9DB8-7E2AA111C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5975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64151-F21F-47D0-8005-380816ADC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3117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E8144-3BEA-4A15-B83A-52826F83D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41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918AD-394F-4086-8A60-D41775404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7715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E5365-8009-4128-9A3C-A73EA7756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2351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8C38E-0CA0-4D0E-BED3-B7F8B3180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128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959F0-CA95-413D-98F8-D17FE1C74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2184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5D058A-BF24-446D-B786-144F1E204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6232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EF0A5-BD3B-4CF0-89D7-6E8CF37FB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980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39CF5-EB74-4CB2-B63B-1789F89B7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7219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79113-D475-42E3-8999-22D239F8C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9348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8AFA2B-AED1-403F-954D-7ECFBFB0A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1397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21FF8E-535B-4907-A38F-D4EF37D7D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2272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82E21A-1041-4075-8ACB-7F1F18C85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5758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F1EA6-30E7-4D80-AA4B-B98007FE5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4578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C8244-9934-42D3-9E0F-03874CE06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319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0033E-0040-45C5-B9EB-ED5ED0A2C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27428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AE457-BB3E-4BBB-9E2F-8DC92B10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40693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AE142-E857-4FF2-B318-01AFA05F0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7579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0E12DA-B584-437F-8AAE-DAAE600DC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68288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D2EB3-C00C-4F7B-AADF-2488407A0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42966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04170-F2E1-40E6-840A-15D78B1B8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10584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FB5A6-A5BB-4E48-867A-45FED8ED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2540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1</cp:revision>
  <dcterms:created xsi:type="dcterms:W3CDTF">2026-08-21T12:13:20Z</dcterms:created>
  <dcterms:modified xsi:type="dcterms:W3CDTF">2026-08-21T12:17:43Z</dcterms:modified>
</cp:coreProperties>
</file>