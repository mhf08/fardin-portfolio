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51F9A-C727-42C8-8190-4CF3D8660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45526-A5B4-4536-BB2A-5D00ADEDF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D7790-4654-4F2C-9718-1B40E16D4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A224C-7D7B-4476-B1ED-E3A1656CCFA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FF5D2-37CD-418A-9D11-BBA7530C5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A03F3-FDBC-4400-B783-5E826285F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80A4-86AE-41CD-AF64-51C9FD4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76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ED70-C9D9-4477-ADB9-FE34D2061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2145-924E-45E4-B84C-680AF1418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50E10-41D2-4F8A-AB00-0711EC66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A224C-7D7B-4476-B1ED-E3A1656CCFA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A75D3-7DF7-4816-A396-FA3F1945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FB38D-888E-4AF3-BE2C-8F0278AE4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80A4-86AE-41CD-AF64-51C9FD4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44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F7C7B-B794-4DFC-8A10-FBB533272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FCDDA-9D87-4ACA-BC63-FB9025310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3CBAA-3067-4E9A-8FA9-871104C92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A224C-7D7B-4476-B1ED-E3A1656CCFA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62F85-3CC4-4900-9CD1-F69DF951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4AB84-1A53-4B2D-8CFC-05B0B0DF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80A4-86AE-41CD-AF64-51C9FD4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5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F2243-7C9F-4A5C-A30A-F0BBA1C73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BC5EF-F655-41C5-A03D-9D0A159404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8BD9F-6EE9-418C-B3B5-0F3365980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74B27-4CE1-40B2-A051-643FDBB8B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A224C-7D7B-4476-B1ED-E3A1656CCFA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91881-C2BD-4CE7-B604-2EEC7F95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1AEDE-2A77-42CF-9835-BFEC99F8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80A4-86AE-41CD-AF64-51C9FD4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8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0349-1D60-4610-BD8B-330CE0141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5C92E-BE60-4760-8454-B7E18A19F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624C2-DB9E-4D46-B0C5-DB8EC96B0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1D9FDD-DB50-4CF0-B004-C46A23D9E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C56977-7EC4-4FC9-AD83-E1DC23A1C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AF9D20-3D4D-4B10-B6C7-6628CE027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A224C-7D7B-4476-B1ED-E3A1656CCFA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70C59C-3956-46B5-8938-28255AAB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3143C8-EEAA-4A6C-AE58-130DCEE4F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80A4-86AE-41CD-AF64-51C9FD4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28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85B0D-F2AF-4A05-8E68-423D0B7D5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11E082-1720-4B2B-9BF8-1FC33D9A1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A224C-7D7B-4476-B1ED-E3A1656CCFA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5967D8-E120-4ED8-8111-8723D823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745E3-0018-439D-B266-C1DEA28A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80A4-86AE-41CD-AF64-51C9FD4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7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3F7EC0-AE82-4140-B870-49D1808A7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A224C-7D7B-4476-B1ED-E3A1656CCFA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17DB1-1D17-4E44-B0A4-13FEFAA3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26FE8-AFA2-4894-A2BC-C01C47D2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80A4-86AE-41CD-AF64-51C9FD4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34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336DD-0BB9-4EF7-B4FD-2707EF17D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F594C-721F-4B31-AD3C-2516BFF86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B0998-5E49-4646-8BB2-97B7535EB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8DB6D-88C3-4E32-A899-A1E7AF946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A224C-7D7B-4476-B1ED-E3A1656CCFA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01C11-0FE1-440E-B545-27484369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F0F26-6AEE-4EAD-A11F-B983DB5D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80A4-86AE-41CD-AF64-51C9FD4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78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CC73-AE29-452C-B78C-1C6E787D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280466-E9E7-493F-A69D-3FA23434BA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BC1A2-F758-417E-8CEB-1A9E5E3F6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6F14F-D22D-40B9-8C9A-79A42AEC2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A224C-7D7B-4476-B1ED-E3A1656CCFA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8A883-A984-470A-8070-8E7C2A42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8D11E-C7FC-4FF4-A5A6-905B7EE03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80A4-86AE-41CD-AF64-51C9FD4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0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4DF3-3285-4A0C-A10F-4B7E91559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F3D9BC-AB21-45CF-90DF-D9CF30786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B9F27-9828-49AC-A3E5-77BBB84B3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A224C-7D7B-4476-B1ED-E3A1656CCFA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35D0A-0AF9-4C38-BBC1-6BF308C65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8A3A6-A316-4991-8F8E-63DE3DE1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80A4-86AE-41CD-AF64-51C9FD4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13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C443B5-254D-441C-B3F0-26C0F8E14F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6AD97-D9C3-4EA7-AF08-F7EABF66E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4E2D0-DB4D-4A58-9380-DFF67205C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A224C-7D7B-4476-B1ED-E3A1656CCFA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8DCD9-BCCF-4D19-8E0D-BABB915C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9A1C1-C61E-46AF-9D90-96E4A8BD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80A4-86AE-41CD-AF64-51C9FD4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4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FFA104-BD4C-4D8D-B235-095BA0000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FE443-4C2D-4929-9ECD-92C1D0108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32BF4-6214-4B0A-8F99-5CD63970D5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A224C-7D7B-4476-B1ED-E3A1656CCFA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35060-76AF-42EC-8F75-A9E0EFD28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4C1ED-9E2A-4BC1-9FB5-9717065B6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980A4-86AE-41CD-AF64-51C9FD4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21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C40010-4FEE-47DF-9716-5AFB2D98C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53872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EF866F-0664-48CD-80CB-47CE9A278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4361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00510F-C73E-4A39-905B-1B24D34A9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7479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BAB516-5EE6-4429-BF9C-7A8515DF1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5879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2512D1-5B4F-4F1E-AD1A-5225495E2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3406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E71F93-9450-496E-8958-80CCE4554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7984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DC6736-8994-443B-B546-4AB40864A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8432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BF6E8A-A0AB-4315-85C4-0364FB71D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61076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FACAC1-9C5F-4231-A05F-DC84E0F2F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7724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2D2E5D-8E81-4F57-8F7B-9A775A075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1399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B7C0D9-D079-4BE9-B6FF-31158D73A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6240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E74B84-4021-42F2-ADA6-DE38C7289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2909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3FCA2-9309-43FB-AE92-6920105B9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47499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12DBDB-D069-485B-8F6B-A42B025FA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88814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34CDF1-6018-484B-BE31-C5279EE97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66599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56107F-CA4D-4EEA-96DA-459C7F0DA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87084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89E5C0-9B85-4581-B773-209B3A040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67822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D2A380-B08F-4A33-8918-AC18760D0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0649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2008016 - Mostofa Habib Fardin</dc:creator>
  <cp:lastModifiedBy>2008016 - Mostofa Habib Fardin</cp:lastModifiedBy>
  <cp:revision>2</cp:revision>
  <dcterms:created xsi:type="dcterms:W3CDTF">2026-07-31T13:45:52Z</dcterms:created>
  <dcterms:modified xsi:type="dcterms:W3CDTF">2026-07-31T13:49:48Z</dcterms:modified>
</cp:coreProperties>
</file>