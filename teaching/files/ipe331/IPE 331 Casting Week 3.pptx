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98C-D02F-4F52-A5C5-C2ECE5D2B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9288F-9193-45D4-AE65-F30484BC4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87F5-A1EC-43C0-9E58-9596F82B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DF935-6C3F-4019-B3A9-B6AD0FA7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DD257-4D67-4A2B-B99E-11D509AA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CA46-13E0-4A8D-8C5F-A50F4774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9964-C2E5-44D6-80F3-099C3CC17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6C26-0492-46C7-A999-F5765C8C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23C3-BC41-4CC4-9158-8DAE3217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6065-355D-4FDB-B91A-986603AD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8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A9DD-6F44-467A-A512-46597656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6B5AA-7658-4AB8-8919-51021EC8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59D22-C06B-4CF2-9D2C-F39FE79A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F9554-6537-4546-BBE0-F12E2BE3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E326-EC63-400A-A61E-DEAB0D66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8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E442-041D-48AF-8A95-6C3D54EF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C88C7-266F-405D-A884-8DDB98EC2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1584C-96D8-4E17-B022-06BA27DF1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92D1D-0C1A-4152-9553-F8FC0405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4F37F-E26C-4CEA-B915-223DB555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D15AA-52F6-4C64-A13D-188AB358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85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88B8-7E30-43D0-A208-CB550613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4FAD3-787D-496B-8D9D-0A510CD01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62032-3C43-42EC-B9F1-6D5E3BBE5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5B899-79D8-4668-95F3-EED3CD6A8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FB916-EBA2-4836-AF22-C951AA560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61F72-31CB-4B13-A0E1-D5BF168D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5D03B-1EC3-4C51-8C92-2CC3CF86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05553-1C4E-4759-94E8-F30F25CD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9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C2D8-D8AB-41E4-A189-FD17DC92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E795A-A187-4955-BC09-A90BFC1A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B89B5-8C5C-4D97-8D15-E091F16A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5F730-9341-4F9E-86D1-32D7769E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0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D30B5-6EF0-4EF4-A4F5-D03F99C3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29BBB-6127-43CF-AF7D-6BCA43AC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5DDFF-B708-4DEE-BEC2-277460BB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9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BD06-C48C-4EF7-A694-B448D8AE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55AD3-DA56-438C-805B-865A23CD1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1C5E-C906-4A8F-84A2-8DED0A992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32BBB-519C-4F6F-85BD-EF7D4805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965F7-68E0-4B90-A9A2-B633AB04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AAF06-52A1-4496-91C0-F960576A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6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651D-6FEF-4EEE-A555-AD3AB08A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01BDC-CAE8-4134-A9B7-CBAA81C70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E923B-C1DA-48B5-A017-E7F927D2B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8CCE9-C675-479C-B0C2-460A15A1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C0A8F-BA85-4797-9C2E-CAB0A50C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BB92E-EBCF-4DBC-883A-0A527807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1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95B7-832D-4B21-BD4E-27057FEA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47568-2EDF-4C01-A03E-8F39E67F1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614B-1358-4E51-8DAE-D482CADB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8756-E976-4D3C-BE2F-7D3E323C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93301-8B06-413F-A178-42E99BA5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2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625CA-E606-4214-A89A-5300CFCA8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87F5F-FB20-457C-BB0B-046A5623A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70837-BCB0-4691-8F17-49952350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214B-3859-4F5B-9D64-07FE6C1D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30DCC-38BE-486D-AF53-F1B497C7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7CD06-3631-4B16-B34E-3C1E5282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A0736-375E-4336-949F-0C859FB06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86298-DD26-4853-ABA8-12A06C5A3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0BD1B-B93A-42EB-8029-2ED682F3755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5A297-D95C-4DA2-991F-D5DDADAEC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3E43D-3F25-4C00-8FCC-68A1D6261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1E8CC-7BC8-496A-B233-54AC4D3EC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56BAA-44EE-4E13-BEAE-A89C1060B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7747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D1E2A-BCA2-4736-8D85-4178FABEA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038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C562F-F497-4E24-ABD8-AC44EC340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8958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3C5BA-A472-4F82-8B3B-B899996E3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5080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4E9DD-8DE1-4AEC-8607-4AA33C31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666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84136-3EF2-4DFB-82EE-802BC174D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454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C36F6-3F63-4CDB-BFBB-72F3B6DFD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4641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5F121-143D-4E68-948E-C84491660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8455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0BEB1-2A7C-4626-A499-8CBE1910D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791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BCC28-E8F5-43E5-86B1-5C49B76DF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4498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995C5-FB1D-4553-80E2-8A7BB0195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2800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7F842-11CA-4FA2-9912-771DE151E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0632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0400C-F030-4018-BC4E-3EB3516B3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63328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00BE0-5701-44E5-A0ED-FF00A9152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9122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0E1D1-50C1-4204-AB90-05074D8C7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1382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A0068-B952-46AA-B7AF-C6CB3B399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49552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A3CD6-78BA-42D4-BA1C-BED70519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737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7C690-13C6-457D-99FA-9368BD2E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1088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DC3B1-1385-4245-9B3C-94DC23941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47402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1B6E3-B0CA-4D0B-853A-2BA45ECEC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64343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9DADE-CBC9-4E27-A94D-05603E7FB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81653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43B6A-4050-4370-8F88-11BAE85B7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08463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B156A-922E-4081-8D53-39E2546BF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65722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AF376-9FD6-4F2C-91E7-EC0833F72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92906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02FDC-08FB-4B39-B858-A31693FCC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79339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AF86F-CBFA-4771-9D93-D83B5565A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61482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F5C75-4D79-41CF-AB8A-AC473710F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0874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CADC2-DE6D-4FCD-BE4C-7F89055C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60965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09FC3-2681-46A6-8E2E-208FB9D5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9113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A48AB-CB65-44BD-8BDC-05B0076C2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9486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15634-1014-4BBA-88BB-4F38C0119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76565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F6903-46ED-4D7E-8998-36418D85B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78780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2FC22-C973-4756-9109-7BE661485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54596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6B89E-DB64-4B37-BDB8-9ED1C717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93548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DCCB6-12C3-4F03-929C-EDE29773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4226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9CB7D-A463-4E61-B3A4-E0CF85911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59575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FAA35-79EE-46FB-ACBD-14167DDEC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18378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2F077-E184-4F03-9DD9-67E76739A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18872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C12FC-83E2-449F-867C-AD97C5FFF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39388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C1644-AE34-4D25-B38E-706A3A5AF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62941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FC6B9-6004-4682-A31C-E83FA5838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11648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8AC51-A657-4773-8BF7-D359F5F4D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51499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1C11E-D0E7-4F25-AA43-A133D5713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55688"/>
      </p:ext>
    </p:extLst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EA622-B8EB-4C4E-8258-2C2B7E8CB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38112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6B550-5C8B-4169-BC61-ADA1B2ABE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74374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323C2-BE2D-41E5-9861-6346F5DC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80334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1CFB4-7850-4CF4-A6AF-D65726ABC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66236"/>
      </p:ext>
    </p:extLst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194A2-A7F1-49B0-86A8-93A88CCAF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70610"/>
      </p:ext>
    </p:extLst>
  </p:cSld>
  <p:clrMapOvr>
    <a:masterClrMapping/>
  </p:clrMapOvr>
  <p:transition spd="med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A114B-8AD1-4DFB-9E8F-F810431CC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81993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F4B96-1D75-429D-B872-E77F80F21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48387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31C1C-C7FA-4849-98C1-C3C4C911C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49425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934ED-9C19-47FD-9E84-2F5DAD913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28425"/>
      </p:ext>
    </p:extLst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DC82B-0347-4A27-8F98-FE2468414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22305"/>
      </p:ext>
    </p:extLst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2CD7-F4E6-4DBF-98FA-049304453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5186-F1D8-4563-8EAA-12E945BE8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64F38-8B90-4213-8DD7-4AAE2060B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2674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1</cp:revision>
  <dcterms:created xsi:type="dcterms:W3CDTF">2026-09-04T12:37:19Z</dcterms:created>
  <dcterms:modified xsi:type="dcterms:W3CDTF">2026-09-04T12:40:18Z</dcterms:modified>
</cp:coreProperties>
</file>