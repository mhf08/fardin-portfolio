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AFB7-5AD0-425A-8E94-1B3C7B9BB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15305-C2FB-41C8-B3F1-83B94C0CE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FBB71-5A0D-499E-AF8C-AEA94286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8E74C-8934-426B-856F-9EC5F357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0185B-D516-4C97-8E48-14D886F9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68796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35ED-2941-4207-9F17-D88B95C6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037A5-82EE-4621-A680-40B4AECB3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55C1-8507-4A8D-9EAD-895115BC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F34E1-6242-4E2D-967A-AFE005A5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5C67A-66BA-40E2-99DE-993D9DDE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92767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53B8-4AEA-4E72-903F-EF9B1B61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AF81A-CE3C-43EC-BADA-64AE5F94E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14B80-0682-41E9-AECF-4A200F2A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72E48-CFDF-4788-98F7-1B5C24F8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107D0-4047-4F5E-B651-768EBC5E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7363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3DC5-5C56-4A96-9079-4DEA83D5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890B5-520E-4F6A-A43B-D1722F77E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12831-6572-4C8A-9D06-D4AB1A6F1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A2651-6115-46C4-A3E5-62B685BF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3E911-F1DD-4FC2-A302-65732584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24F24-8941-4EB4-B042-5D7278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59205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CC97-4B97-4A96-995D-06C6E8BF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928BB-5052-432D-8CA8-501E1958F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D7BE0-AC81-44D1-9D96-3EA91618B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CF89D-56FB-4F36-BB81-0093836A9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BD3DC-ED72-4968-8CE9-8ADE32ECD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B3B28-DCF8-47E1-81B0-0EE6C798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56C18-E9EA-426D-99BC-20643C40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D24E57-0D05-4075-97A1-34BDF332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49110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C240-2A70-4A73-8B95-6B8827C3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77CA8-A4B3-4B3A-A6F6-2245C649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22985-6D6C-4268-A196-A956A48F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DAAC3-87CC-41CB-9AA2-DE0B6448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23788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A1E5A-2ADD-442D-B671-A9E13247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DEE00-B454-4605-BFBE-A926075CB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398BC-C342-4C75-ADDC-3CB24B52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45302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A9D0-A3B5-4E60-98F6-5C505D02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C3213-DAD7-43E9-9458-E3039A622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45B08-34E1-4643-BAEF-CAFCB876C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DDB41-8755-43C1-BA16-AD7A913E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74E65-8EF0-450B-8419-0E7F0D7D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0C1CA-A1A5-4F5A-8C4A-4609D2D5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38306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2732-2890-412F-8DCF-CBF8C162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6620E1-D746-4862-A22D-6D21283F1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8AF1D-62F4-4541-A88D-AC8E458AC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75BB9-6460-4A73-92EB-7D343CE4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B4214-277C-4295-A2ED-DAF0B5CF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30BB2-8382-45D6-95D8-32540473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44518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CCDB-9B40-4F0D-8A88-C8F5167D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4CA74-458F-4CE5-A80B-D2CA8E117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AA61C-F51A-47D4-A4A3-9DE9E537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9585C-8420-4202-BA84-08167763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EBE88-5CC1-4837-8824-0647F580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66430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4F162A-8F83-4AA6-9B95-E1E67DF88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F0B3D-33F2-4CC7-BEBF-42C776815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06C78-C24D-401A-9E9C-AD88A8C3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449DF-1316-4A2D-9684-2E3FE1D5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226D3-4438-48D5-9CF1-A5BB08E1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0931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45319-3EDB-4134-AF36-449433656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ADDE3-39F8-4A13-BD4F-11A98B97D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9D964-673F-4F58-8D05-2915B5D67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0D45-27BD-4686-B28E-49F3132C12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09B6F-E22D-4FD3-8071-5256DA351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89664-2378-4181-8A61-A367ECB37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C0DBE-9FD5-4FC8-B19F-840A5825A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6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C98093-1895-4F5E-8469-0B8983E82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56012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CC7DDF-54CF-443B-A25E-C83906D62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0812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A32E7-092F-4222-8293-936728672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3152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0AEA8-6CCB-4F64-99A9-8D67147D1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9042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84C0FA-3210-433B-80F0-D46C96635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87575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A85B4-5F11-4311-8C18-794CA617F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1192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4C8FB-0C61-44B7-9D8F-0477091C9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0793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81EB7-2FE4-4DF3-B019-6D5E1FD28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3046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F53366-6DDD-4317-A214-0BF004F3E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79930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D477E1-2C2D-465E-A064-9077338A8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91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31776C-8CFC-4DFC-AD48-7AEA52AD2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0683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4CF74-8BFB-40AC-978B-2930D4F03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8302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FBED75-EB47-42F5-8C48-9FAFADFC5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4632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91B08-EBCF-45C1-B60F-9454EF4E4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3157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C1EDBC-F6AA-4611-9622-AE2EFC90D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04554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6525DF-C67B-4992-923F-0C5A4C99C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6643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2008016 - Mostofa Habib Fardin</dc:creator>
  <cp:lastModifiedBy>2008016 - Mostofa Habib Fardin</cp:lastModifiedBy>
  <cp:revision>2</cp:revision>
  <dcterms:created xsi:type="dcterms:W3CDTF">2026-09-18T05:18:22Z</dcterms:created>
  <dcterms:modified xsi:type="dcterms:W3CDTF">2026-09-18T05:20:29Z</dcterms:modified>
</cp:coreProperties>
</file>