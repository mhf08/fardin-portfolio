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B4737-7457-495C-ACFC-E3E00CB7B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1D1D8-188E-4CB9-BC38-9834910F6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7BFD7-12CE-43E2-BB81-BECF23801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DF1D-658E-4DF4-AC6B-C0ED653ACBD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136C0-4F15-4211-90D9-3EDD53DF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8C82B-2644-4968-B080-0345B1AD3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8511-16F6-4683-B3D0-2529810DE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99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6D13C-4712-4FAB-8578-BD02B24E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2B6C9-3894-4A69-91B2-CC531AF46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D692E-0708-4A0B-87AC-3054CF8DF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DF1D-658E-4DF4-AC6B-C0ED653ACBD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3A3AB-9B8E-42F9-AE33-8B353A8E3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8CD92-243E-4BED-B11E-102ABF3A5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8511-16F6-4683-B3D0-2529810DE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1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0121-6869-4DCE-91FC-369AC67F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C33F1-C0E3-47C0-843A-2E2E1F4EE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FCF12-6955-4E8A-A018-9A4B07BE1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DF1D-658E-4DF4-AC6B-C0ED653ACBD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6F472-C003-4EDE-AD58-944394B1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016DA-D94C-4CD1-8C85-640DAECB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8511-16F6-4683-B3D0-2529810DE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40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BD04E-786F-4A0E-A4DC-A5F320D30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25F3C-C146-4FF6-897E-2203A320F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F04B1-A51F-40C3-A342-E67CB8706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E9815-FE20-427A-9416-0A46B955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DF1D-658E-4DF4-AC6B-C0ED653ACBD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C6167-5195-41DC-B7B4-5E91D415D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A4647-E84A-44BC-AD38-0F6243147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8511-16F6-4683-B3D0-2529810DE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43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9CFC9-76A2-4FB7-A4D9-B532D8D1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455B5-A0F7-4839-9C8E-CEEB3B7A0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C93A3-C01D-4C77-9052-E83C2625C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08B79-2BC2-4C71-B8D2-F245032E6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24468-D5E4-487D-BAD3-14AD24007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2E3379-BC8B-4AB7-9063-95AF1766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DF1D-658E-4DF4-AC6B-C0ED653ACBD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6A31D4-0E33-46C6-8756-3D7D2A9E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077C6-8680-4468-B637-5FC4B454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8511-16F6-4683-B3D0-2529810DE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5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0EE61-D5B2-495F-A14E-F0C7C1FC0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23E0C-D00F-48FE-A370-B16D6BFED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DF1D-658E-4DF4-AC6B-C0ED653ACBD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FA81A-3370-418C-934C-B7E90DF6D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17213-726C-4955-96EC-432756C4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8511-16F6-4683-B3D0-2529810DE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4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E3FE49-EE09-4358-8C84-702B559DA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DF1D-658E-4DF4-AC6B-C0ED653ACBD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D6D73-AA54-4361-A4CB-CC1548E1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38077-ADF1-4F79-A648-17EC9D3DF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8511-16F6-4683-B3D0-2529810DE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1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984F6-DD31-47DA-A49D-6F167A3C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5B433-2832-4742-88AF-4D1B53C9F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26D11-2439-4649-AABE-2ABF195FF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E1077-20B9-4009-A3B4-5C2A7B1D8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DF1D-658E-4DF4-AC6B-C0ED653ACBD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040E4-C567-49DA-86DA-325BECF5C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81C36-5DA7-4F39-A948-840B517C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8511-16F6-4683-B3D0-2529810DE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94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FFBF3-08B0-4A3D-88D1-FA003EBDC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DF955B-EFDD-4E34-86E7-E885D99EDD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697CC-E02E-46DF-97CC-E336116DC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73635-A308-45F5-8A17-F49A67864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DF1D-658E-4DF4-AC6B-C0ED653ACBD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8F9FB-257E-4123-80AF-7566B881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EC19C-246D-4DEE-AD3C-66B85906A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8511-16F6-4683-B3D0-2529810DE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9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6C8EE-377C-4B3A-B169-347270132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8213D-FE16-4153-B170-2B36278DB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3D495-C170-4CE8-A3DA-EFC258D7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DF1D-658E-4DF4-AC6B-C0ED653ACBD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7A9D0-4753-4326-89E0-96DB8EBD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846A1-12F4-43D9-A683-9346B8F11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8511-16F6-4683-B3D0-2529810DE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53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0A946D-DD62-4FC8-BDE8-AED6EAEFD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04C6E-5617-4BA4-AD99-F2CF7EF09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39EAA-EF0B-4977-A2ED-29C720E0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CDF1D-658E-4DF4-AC6B-C0ED653ACBD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DE98C-9048-4747-AF1C-EDB64D9F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E0BE9-8FF6-4AFA-9F11-C3D2D408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B8511-16F6-4683-B3D0-2529810DE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06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DF5108-51CE-4978-A359-9E0D3BA8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EB94B-ED67-46DB-8F83-82386DBAC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960F8-BEB3-4CC5-AEAB-7B028C582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CDF1D-658E-4DF4-AC6B-C0ED653ACBD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4EF84-DE0C-4585-884D-032E69160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7E704-B46B-41E7-83C6-7F515E0FA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B8511-16F6-4683-B3D0-2529810DE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D7590F-73F4-4C4B-A81E-3D05437BA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9504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421AA5-B8EE-4ACC-B5D0-ECA0BC80C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1268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A5D5F2-4245-4458-8394-9E703888D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1519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D618AC-76E7-42BE-A092-8C330DEBA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7240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F04CC3-076F-4B0D-8C06-F1A2AC052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1564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D157CD-8E6A-490D-B94A-8B7325D16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95282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6F2943-CC0F-4A4A-B650-471F9ED52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01778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4F5D78-1075-41C0-AD87-2E9849907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6552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D6065C-FA79-408D-B328-0807C8AF9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7518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BCE01-E655-4498-AB03-0B1210875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0965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6FE92-F5E8-4F47-B703-678862426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45718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0CDF95-D90E-4B08-9CEC-F40DB3156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03991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ACAA5C-20FA-4F11-8983-1860432A8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0231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47CA16-5FFD-475D-9D95-2F599E9A7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8195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C1DC21-1278-4DB9-8BF9-E4F099678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90831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B2364B-0829-4F2B-9EBF-4937D4544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24164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D72FFA-0027-448D-BCA3-170984FBA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468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7D410-314C-4A13-AED4-4AB3FF155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7933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FFAA7A-B880-4601-B550-5C5C216CB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159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FE321E-B706-49F5-BF1C-64206C47D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5153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58B47C-BD8D-4EFC-A19C-FD76B6454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10366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0D2E2C-D7A8-43A0-AC78-749750D72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817973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3F90EA-67E0-4659-95AB-E493DB34D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7656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020AA8-104A-457C-BDED-AD93512D5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92508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EC6D98-E6F3-44A8-BBB5-47D6EB417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00770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447F10-1287-4CAE-8ECC-FBAFB6AA2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26391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3D0919-4AAB-49AC-8B1D-A458C1937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230983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A8DC0-0B97-4CED-A132-AD6DD63CE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93353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CA43B5-87A1-4FEF-9D01-28450B524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064952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CDF1B2-4FEB-4634-A062-4DEDD30E7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144855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4BE4BE-CDF1-4219-B7AA-76C26BEEA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199476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9E4255-60BD-4E4E-A4B0-9676EFC0B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38255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D154E6-B473-4357-9A16-5D730855B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98074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CFAB97-535D-4988-A711-7BE2607AC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02266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2008016 - Mostofa Habib Fardin</dc:creator>
  <cp:lastModifiedBy>2008016 - Mostofa Habib Fardin</cp:lastModifiedBy>
  <cp:revision>1</cp:revision>
  <dcterms:created xsi:type="dcterms:W3CDTF">2026-08-14T07:52:34Z</dcterms:created>
  <dcterms:modified xsi:type="dcterms:W3CDTF">2026-08-14T07:55:32Z</dcterms:modified>
</cp:coreProperties>
</file>