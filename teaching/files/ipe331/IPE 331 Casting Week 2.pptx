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78" y="1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448402-51E0-4514-832B-AA742E07E0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F2C2FD-B052-4C55-ACE4-EFFEE0797E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768EEA-D5CD-4004-B1DD-BB2B38B575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B35AA-C0E7-42D0-A0B8-9FAE9A8D083A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7BBBD5-5D98-4ECA-A5C3-248765F13C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C25B8A-D917-448E-B2B5-D0ECC6EC2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F936D-D9A1-4B46-B502-F2C10AB7E1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04369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095BE-FB97-46CD-8010-F44A07DAD8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F4570F-20F7-40E1-97A6-47935B6C89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8CB96E-4596-40EE-88BC-41C06385D1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B35AA-C0E7-42D0-A0B8-9FAE9A8D083A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F227DC-FB80-4017-BB3D-981CB1F862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21B866-5F41-435A-A51B-689006FA07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F936D-D9A1-4B46-B502-F2C10AB7E1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65883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A0C4DC-341E-4534-8E01-28D810404F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0EF134-8048-4134-B49F-B01A150857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BA5DC2-CDA4-4F87-93FC-35C0D942AA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B35AA-C0E7-42D0-A0B8-9FAE9A8D083A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51B86E-4445-432D-83A2-45A8EA63AE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5A94B0-8143-44C1-8705-7F42354B1D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F936D-D9A1-4B46-B502-F2C10AB7E1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59618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2DF984-85EA-4CDE-8490-F738252975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B4FCCF-135B-45A5-87F2-F44F5D6187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C65CD8-A968-4899-A488-55EAC6B1B4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78C3C9-A055-46C6-9945-24E3C12F4A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B35AA-C0E7-42D0-A0B8-9FAE9A8D083A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1E141F-B9B0-446C-A911-71347E6C0C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9A893C-1CEF-4DDB-9BD5-B5B2CB5DF3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F936D-D9A1-4B46-B502-F2C10AB7E1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9087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F6091-E6CB-45CA-BDC5-1A5245DAFF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1287B5-F972-40D1-9072-0CB33FA608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D63E81-80C4-460C-9D65-CC2F973E76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BC5D1B5-50FA-4308-9F0C-092BC1FA29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BAC9BC9-1631-486F-9F10-7832B3E304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205E628-B157-43B3-8082-7DAA9FAAF6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B35AA-C0E7-42D0-A0B8-9FAE9A8D083A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1479567-2E89-4F36-84E0-8B3AC4C762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6F55AC3-C595-46EA-B10F-B34356A90E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F936D-D9A1-4B46-B502-F2C10AB7E1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59524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7972F2-80A0-4C0D-99CC-6B04E2DE74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1AEF94-8EE5-4649-BAED-C854B08212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B35AA-C0E7-42D0-A0B8-9FAE9A8D083A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AEEF2D-FE5C-4885-8682-F0CFFE2CCE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5D50F4-3679-4003-BFE7-D0E326318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F936D-D9A1-4B46-B502-F2C10AB7E1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7194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AEE824-18DB-421D-ABD2-E13E0C2EB7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B35AA-C0E7-42D0-A0B8-9FAE9A8D083A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C36B3EF-2034-4585-9BDA-771BDC481D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3071C4-4299-465F-A190-16755F4B8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F936D-D9A1-4B46-B502-F2C10AB7E1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66950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CC4D9C-8B8E-4700-92E6-00E5227F2C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8B6D38-F034-43AB-9743-A68AF44CCD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C40B84-C60A-4DDD-A88D-2AEA1AFB6F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28E2FE-587C-4A7E-8B86-78B6981CDB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B35AA-C0E7-42D0-A0B8-9FAE9A8D083A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6AC6EA-62A7-45C5-9BC5-392D9325DD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B41D97-3AE6-40C9-9ED8-3ABEA5B803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F936D-D9A1-4B46-B502-F2C10AB7E1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27215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DDA30A-1D3F-4107-9B85-2DCB6C12DB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B45F913-4BA2-4065-B591-0D67EC2309F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ADC541-0418-4E9B-9AF8-47A5D49C27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A2C304-43B0-426B-BAC7-37ACEB86F3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B35AA-C0E7-42D0-A0B8-9FAE9A8D083A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E96393-A992-4381-9D7A-7646D43293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F511A1-3216-4000-9787-A65CC8002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F936D-D9A1-4B46-B502-F2C10AB7E1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7719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6B5932-A24A-4D82-BD81-55F497CAC0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580747-BA4E-4AE7-86CE-2F6958CA86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DCF5FE-C7AA-4FAC-A70D-630E944DDC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B35AA-C0E7-42D0-A0B8-9FAE9A8D083A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54EFDE-8B9E-4BD5-9734-D8A4DB87B3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86D709-37AD-4C25-B820-99FD4F9B44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F936D-D9A1-4B46-B502-F2C10AB7E1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2906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BB40148-84F3-4C8C-92B2-075BE172D7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3404D4-B47D-4F56-BC65-2A25943B51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4356E0-AFD7-4093-97EF-EFFB096FA8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B35AA-C0E7-42D0-A0B8-9FAE9A8D083A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FF39C8-E587-4E0E-A6D4-39BD78FC93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851D8E-F424-4906-9E16-A4170D9E2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F936D-D9A1-4B46-B502-F2C10AB7E1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02178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085387C-53C7-4E45-9A39-15EE08B9A1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833E78-FFAC-4734-B2AE-BCE6B4004F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60BFFB-603A-4E4B-9F0E-2A8C47B129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5B35AA-C0E7-42D0-A0B8-9FAE9A8D083A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F44C32-6946-4D7D-A2F3-75DB1E4E43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EE7404-8D2B-41FE-9D12-B8C9E1EE9C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AF936D-D9A1-4B46-B502-F2C10AB7E1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34886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485EE41-96CA-4A00-9266-FB13EE230C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4821167"/>
      </p:ext>
    </p:extLst>
  </p:cSld>
  <p:clrMapOvr>
    <a:masterClrMapping/>
  </p:clrMapOvr>
  <p:transition spd="med">
    <p:pull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1E54AF2-7926-405C-9482-A2A3ECC43B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4321853"/>
      </p:ext>
    </p:extLst>
  </p:cSld>
  <p:clrMapOvr>
    <a:masterClrMapping/>
  </p:clrMapOvr>
  <p:transition spd="med">
    <p:pull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BC6B962-D1D8-4649-BD73-9A8C3E570D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559272"/>
      </p:ext>
    </p:extLst>
  </p:cSld>
  <p:clrMapOvr>
    <a:masterClrMapping/>
  </p:clrMapOvr>
  <p:transition spd="med">
    <p:pull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6FCBE8A-F7E0-448C-8ACA-0E07D5D545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5791002"/>
      </p:ext>
    </p:extLst>
  </p:cSld>
  <p:clrMapOvr>
    <a:masterClrMapping/>
  </p:clrMapOvr>
  <p:transition spd="med"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D36A8FD-16B7-4211-92DA-02CA07E718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4410518"/>
      </p:ext>
    </p:extLst>
  </p:cSld>
  <p:clrMapOvr>
    <a:masterClrMapping/>
  </p:clrMapOvr>
  <p:transition spd="med">
    <p:pull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7FC4B8E-460D-4AAE-ACEA-C155D02DD4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8124333"/>
      </p:ext>
    </p:extLst>
  </p:cSld>
  <p:clrMapOvr>
    <a:masterClrMapping/>
  </p:clrMapOvr>
  <p:transition spd="med">
    <p:pull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D7571BF-24C1-4D84-898F-8FBBD6DFDC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4240248"/>
      </p:ext>
    </p:extLst>
  </p:cSld>
  <p:clrMapOvr>
    <a:masterClrMapping/>
  </p:clrMapOvr>
  <p:transition spd="med">
    <p:pull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5B022C8-087D-4ABF-8C0A-4DFE2E2BC3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2543552"/>
      </p:ext>
    </p:extLst>
  </p:cSld>
  <p:clrMapOvr>
    <a:masterClrMapping/>
  </p:clrMapOvr>
  <p:transition spd="med">
    <p:pull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3AA61AA-E2A9-4E44-811D-E7D66FCAA3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6091146"/>
      </p:ext>
    </p:extLst>
  </p:cSld>
  <p:clrMapOvr>
    <a:masterClrMapping/>
  </p:clrMapOvr>
  <p:transition spd="med">
    <p:pull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6116B74-1875-499B-98E3-88F978FE10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8320973"/>
      </p:ext>
    </p:extLst>
  </p:cSld>
  <p:clrMapOvr>
    <a:masterClrMapping/>
  </p:clrMapOvr>
  <p:transition spd="med">
    <p:pull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5E97965-7A78-4D8A-B63B-7997B141B5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9209560"/>
      </p:ext>
    </p:extLst>
  </p:cSld>
  <p:clrMapOvr>
    <a:masterClrMapping/>
  </p:clrMapOvr>
  <p:transition spd="med">
    <p:pull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3718E86-5F60-49C9-8E7C-46E1C92C0D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1868113"/>
      </p:ext>
    </p:extLst>
  </p:cSld>
  <p:clrMapOvr>
    <a:masterClrMapping/>
  </p:clrMapOvr>
  <p:transition spd="med">
    <p:pull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ED9D539-BF96-4F0B-8B49-760E4C54D8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1045106"/>
      </p:ext>
    </p:extLst>
  </p:cSld>
  <p:clrMapOvr>
    <a:masterClrMapping/>
  </p:clrMapOvr>
  <p:transition spd="med">
    <p:pull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82BE709-BB01-46EF-9F4E-A527720F47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6168097"/>
      </p:ext>
    </p:extLst>
  </p:cSld>
  <p:clrMapOvr>
    <a:masterClrMapping/>
  </p:clrMapOvr>
  <p:transition spd="med">
    <p:pull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E3A0ED5-F372-4A83-B86D-510F899598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7224436"/>
      </p:ext>
    </p:extLst>
  </p:cSld>
  <p:clrMapOvr>
    <a:masterClrMapping/>
  </p:clrMapOvr>
  <p:transition spd="med">
    <p:pull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6B0FE18-ECC2-4B6E-BEB5-0EC4A70948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7063038"/>
      </p:ext>
    </p:extLst>
  </p:cSld>
  <p:clrMapOvr>
    <a:masterClrMapping/>
  </p:clrMapOvr>
  <p:transition spd="med">
    <p:pull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86FBC6C-691D-4533-9581-B2493BAE6F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0323311"/>
      </p:ext>
    </p:extLst>
  </p:cSld>
  <p:clrMapOvr>
    <a:masterClrMapping/>
  </p:clrMapOvr>
  <p:transition spd="med">
    <p:pull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13C40DE-AC23-4CDF-8C29-E3879D87B8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7369939"/>
      </p:ext>
    </p:extLst>
  </p:cSld>
  <p:clrMapOvr>
    <a:masterClrMapping/>
  </p:clrMapOvr>
  <p:transition spd="med">
    <p:pull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4E0393E-2069-411C-87D3-6AEDEACB3E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5306908"/>
      </p:ext>
    </p:extLst>
  </p:cSld>
  <p:clrMapOvr>
    <a:masterClrMapping/>
  </p:clrMapOvr>
  <p:transition spd="med">
    <p:pull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8DED5B5-2EB0-4CB4-AFA6-6810A56743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6907170"/>
      </p:ext>
    </p:extLst>
  </p:cSld>
  <p:clrMapOvr>
    <a:masterClrMapping/>
  </p:clrMapOvr>
  <p:transition spd="med">
    <p:pull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0E6957C-5CA3-4DF4-832A-DE3F8152ED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3166598"/>
      </p:ext>
    </p:extLst>
  </p:cSld>
  <p:clrMapOvr>
    <a:masterClrMapping/>
  </p:clrMapOvr>
  <p:transition spd="med">
    <p:pull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3FFE74C-C951-4223-8B85-5919F111F8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3811381"/>
      </p:ext>
    </p:extLst>
  </p:cSld>
  <p:clrMapOvr>
    <a:masterClrMapping/>
  </p:clrMapOvr>
  <p:transition spd="med">
    <p:pull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EF70D11-4DA6-492B-BD40-F0214E03F4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8352022"/>
      </p:ext>
    </p:extLst>
  </p:cSld>
  <p:clrMapOvr>
    <a:masterClrMapping/>
  </p:clrMapOvr>
  <p:transition spd="med">
    <p:pull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10F8BB2-3D89-420D-9F96-D3330690DE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0943679"/>
      </p:ext>
    </p:extLst>
  </p:cSld>
  <p:clrMapOvr>
    <a:masterClrMapping/>
  </p:clrMapOvr>
  <p:transition spd="med">
    <p:pull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D10DC9E-1B1D-4EF6-BEF6-CB5977616C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5208338"/>
      </p:ext>
    </p:extLst>
  </p:cSld>
  <p:clrMapOvr>
    <a:masterClrMapping/>
  </p:clrMapOvr>
  <p:transition spd="med">
    <p:pull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423710F-A796-4B7D-B611-110F531116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9650793"/>
      </p:ext>
    </p:extLst>
  </p:cSld>
  <p:clrMapOvr>
    <a:masterClrMapping/>
  </p:clrMapOvr>
  <p:transition spd="med">
    <p:pull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4C03B1B-1A3C-4E59-9059-EECB063B12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3203260"/>
      </p:ext>
    </p:extLst>
  </p:cSld>
  <p:clrMapOvr>
    <a:masterClrMapping/>
  </p:clrMapOvr>
  <p:transition spd="med">
    <p:pull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36F5CC1-30DD-41ED-A952-EC31948B85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4187493"/>
      </p:ext>
    </p:extLst>
  </p:cSld>
  <p:clrMapOvr>
    <a:masterClrMapping/>
  </p:clrMapOvr>
  <p:transition spd="med">
    <p:pull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5A0046A-3B8F-425E-A8BE-589F9F8F67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3071246"/>
      </p:ext>
    </p:extLst>
  </p:cSld>
  <p:clrMapOvr>
    <a:masterClrMapping/>
  </p:clrMapOvr>
  <p:transition spd="med">
    <p:pull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A0896E8-6150-40BD-A679-403562DB9E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6871755"/>
      </p:ext>
    </p:extLst>
  </p:cSld>
  <p:clrMapOvr>
    <a:masterClrMapping/>
  </p:clrMapOvr>
  <p:transition spd="med">
    <p:pull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D0F594C-A81A-439D-9A42-CDDD839CAB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0272890"/>
      </p:ext>
    </p:extLst>
  </p:cSld>
  <p:clrMapOvr>
    <a:masterClrMapping/>
  </p:clrMapOvr>
  <p:transition spd="med">
    <p:pull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5060AAE-26AE-498A-B5A9-71E28D57B2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3433396"/>
      </p:ext>
    </p:extLst>
  </p:cSld>
  <p:clrMapOvr>
    <a:masterClrMapping/>
  </p:clrMapOvr>
  <p:transition spd="med">
    <p:pull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F2EAF23-D85A-46B3-BB7D-3F72BD27CE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0702926"/>
      </p:ext>
    </p:extLst>
  </p:cSld>
  <p:clrMapOvr>
    <a:masterClrMapping/>
  </p:clrMapOvr>
  <p:transition spd="med">
    <p:pull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EA1173A-6477-4571-98BC-C10E3A1450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9507292"/>
      </p:ext>
    </p:extLst>
  </p:cSld>
  <p:clrMapOvr>
    <a:masterClrMapping/>
  </p:clrMapOvr>
  <p:transition spd="med">
    <p:pull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5E64A3C-4787-4981-B894-68AA3ABA4A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4460665"/>
      </p:ext>
    </p:extLst>
  </p:cSld>
  <p:clrMapOvr>
    <a:masterClrMapping/>
  </p:clrMapOvr>
  <p:transition spd="med">
    <p:pull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AFCEA62-DE1B-4B8D-8818-8C5FB02656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7899734"/>
      </p:ext>
    </p:extLst>
  </p:cSld>
  <p:clrMapOvr>
    <a:masterClrMapping/>
  </p:clrMapOvr>
  <p:transition spd="med">
    <p:pull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86BAB0D-E6ED-45D0-8AAB-6FD345C11D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9173653"/>
      </p:ext>
    </p:extLst>
  </p:cSld>
  <p:clrMapOvr>
    <a:masterClrMapping/>
  </p:clrMapOvr>
  <p:transition spd="med">
    <p:pull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4854E4F-3764-4F4B-9718-D0F8DC1DE6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7878055"/>
      </p:ext>
    </p:extLst>
  </p:cSld>
  <p:clrMapOvr>
    <a:masterClrMapping/>
  </p:clrMapOvr>
  <p:transition spd="med">
    <p:pull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E7AF91E-7EB2-4372-95C7-DAF2F1CF7C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869573"/>
      </p:ext>
    </p:extLst>
  </p:cSld>
  <p:clrMapOvr>
    <a:masterClrMapping/>
  </p:clrMapOvr>
  <p:transition spd="med">
    <p:pull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Widescreen</PresentationFormat>
  <Paragraphs>0</Paragraphs>
  <Slides>39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3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2008016 - Mostofa Habib Fardin</dc:creator>
  <cp:lastModifiedBy>2008016 - Mostofa Habib Fardin</cp:lastModifiedBy>
  <cp:revision>1</cp:revision>
  <dcterms:created xsi:type="dcterms:W3CDTF">2026-08-28T14:39:08Z</dcterms:created>
  <dcterms:modified xsi:type="dcterms:W3CDTF">2026-08-28T14:41:48Z</dcterms:modified>
</cp:coreProperties>
</file>